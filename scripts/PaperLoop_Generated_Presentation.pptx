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698480" cy="91440"/>
          </a:xfrm>
          <a:prstGeom prst="rect">
            <a:avLst/>
          </a:prstGeom>
          <a:solidFill>
            <a:srgbClr val="9742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4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Renewable Energy Adoption in India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54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Comparison &amp; Analysis of 2030 Non-Fossil Targets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PaperLoop Document Studio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4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Summary: Current Baseline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C1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4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 Globally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stands 4th globally in installed renewable capacity with rapid solar &amp; wind acceleration.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C1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4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GW Target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Aiming for 500 GW non-fossil capacity by 2030, covering 50% of total electricity needs.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C1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4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PLI &amp; KUSUM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Production-linked incentives and solar feeder pumps drive domestic manufacturing &amp; rural solarization.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Energy Adoption in India</dc:title>
  <dc:subject>PptxGenJS Presentation</dc:subject>
  <dc:creator>PptxGenJS</dc:creator>
  <cp:lastModifiedBy>PptxGenJS</cp:lastModifiedBy>
  <cp:revision>1</cp:revision>
  <dcterms:created xsi:type="dcterms:W3CDTF">2026-08-05T18:54:24Z</dcterms:created>
  <dcterms:modified xsi:type="dcterms:W3CDTF">2026-08-05T18:54:24Z</dcterms:modified>
</cp:coreProperties>
</file>